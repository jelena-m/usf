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1028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1028FF">
              <a:alpha val="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97280"/>
            <a:ext cx="2743200" cy="1316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43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Guidelines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UDRUGA SPORTSKIH FIZIOTERAPEUTA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023360" y="3840480"/>
            <a:ext cx="1097280" cy="27432"/>
          </a:xfrm>
          <a:prstGeom prst="rect">
            <a:avLst/>
          </a:prstGeom>
          <a:solidFill>
            <a:srgbClr val="1028FF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4114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102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LOGOTIP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Verzije logotipa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Primarni logo (USF inicijali) koristi se u svim primjenama. Sekundarni logo s punim imenom koristi se gdje ima dovoljno prostora.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2468880" cy="14630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31720"/>
            <a:ext cx="1005840" cy="484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Bijeli na tamnom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429000" y="1920240"/>
            <a:ext cx="2468880" cy="14630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331720"/>
            <a:ext cx="1005840" cy="4846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Crni na svijetlom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126480" y="1920240"/>
            <a:ext cx="2468880" cy="1463040"/>
          </a:xfrm>
          <a:prstGeom prst="rect">
            <a:avLst/>
          </a:prstGeom>
          <a:solidFill>
            <a:srgbClr val="1028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331720"/>
            <a:ext cx="1005840" cy="4846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Bijeli na plavom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731520" y="3840480"/>
            <a:ext cx="7818120" cy="8686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931920"/>
            <a:ext cx="5943600" cy="6858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1520" y="4709160"/>
            <a:ext cx="7818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Sekundarni logotip — puni naziv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102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BOJE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boja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60320" cy="2926080"/>
          </a:xfrm>
          <a:prstGeom prst="rect">
            <a:avLst/>
          </a:prstGeom>
          <a:solidFill>
            <a:srgbClr val="1028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 Blue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#1028FF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20440" y="1463040"/>
            <a:ext cx="2560320" cy="2926080"/>
          </a:xfrm>
          <a:prstGeom prst="rect">
            <a:avLst/>
          </a:prstGeom>
          <a:solidFill>
            <a:srgbClr val="08080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9476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9476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#080808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#FFFFFF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102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DATOTEKE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formati za preuzimanje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 logotipi su u mapi /logo-files/ u SVG, PNG i JPG formatima.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7680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3152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2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Datoteka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2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28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USF-primary-white.svg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Primarni, bijeli — vektorski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USF-primary-black.svg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Primarni, crni — vektorski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USF-primary-blue.svg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Primarni, plavi — vektorski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USF-primary-white.png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Bijeli, transparentna pozadina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USF-primary-black.png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Crni, transparentna pozadina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USF-primary-white-dark-bg.jpg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Bijeli na tamnoj pozadini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USF-primary-white-blue-bg.jpg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Bijeli na plavoj pozadini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USF-secondary-*.svg/png/jpg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Sekundarni (puni naziv) — svi formati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102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ODJEĆA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Majice i hoodies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60320" cy="2377440"/>
          </a:xfrm>
          <a:prstGeom prst="rect">
            <a:avLst/>
          </a:prstGeom>
          <a:solidFill>
            <a:srgbClr val="080808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194560"/>
            <a:ext cx="91440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Crna majica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4206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Bijeli logo — centar prsa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520440" y="1463040"/>
            <a:ext cx="2560320" cy="23774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94560"/>
            <a:ext cx="914400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Bijela majica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520440" y="4206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Crni logo — centar prsa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309360" y="1463040"/>
            <a:ext cx="2560320" cy="2377440"/>
          </a:xfrm>
          <a:prstGeom prst="rect">
            <a:avLst/>
          </a:prstGeom>
          <a:solidFill>
            <a:srgbClr val="1028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94560"/>
            <a:ext cx="914400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 Blue majica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09360" y="4206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Bijeli logo — centar prsa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560320" cy="23774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280160"/>
            <a:ext cx="914400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Hoodie — crni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Bijeli logo na prsima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520440" y="548640"/>
            <a:ext cx="2560320" cy="2377440"/>
          </a:xfrm>
          <a:prstGeom prst="rect">
            <a:avLst/>
          </a:prstGeom>
          <a:solidFill>
            <a:srgbClr val="1028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80160"/>
            <a:ext cx="914400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2044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Hoodie — USF Blue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52044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Bijeli logo, branded boja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309360" y="548640"/>
            <a:ext cx="2560320" cy="23774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280160"/>
            <a:ext cx="914400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0936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Polo majica — tamna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30936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Plavi logo, lijeva strana prsa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731520" y="3749040"/>
            <a:ext cx="2560320" cy="82296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3886200"/>
            <a:ext cx="640080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1520" y="4617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Bijeli polo — Crni logo, lako čitljiv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3520440" y="3749040"/>
            <a:ext cx="2560320" cy="822960"/>
          </a:xfrm>
          <a:prstGeom prst="rect">
            <a:avLst/>
          </a:prstGeom>
          <a:solidFill>
            <a:srgbClr val="080808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886200"/>
            <a:ext cx="640080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520440" y="4617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Trenirka — crna — Bijeli logo na nogavici</a:t>
            </a:r>
            <a:endParaRPr lang="en-US" sz="800" dirty="0"/>
          </a:p>
        </p:txBody>
      </p:sp>
      <p:sp>
        <p:nvSpPr>
          <p:cNvPr id="20" name="Shape 13"/>
          <p:cNvSpPr/>
          <p:nvPr/>
        </p:nvSpPr>
        <p:spPr>
          <a:xfrm>
            <a:off x="6309360" y="3749040"/>
            <a:ext cx="2560320" cy="822960"/>
          </a:xfrm>
          <a:prstGeom prst="rect">
            <a:avLst/>
          </a:prstGeom>
          <a:solidFill>
            <a:srgbClr val="1A3A6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3886200"/>
            <a:ext cx="640080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309360" y="4617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Vjetrovka — navy — Bijeli logo lijeva strana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102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Boca, pribor i oprema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188720" cy="310896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463040"/>
            <a:ext cx="822960" cy="320040"/>
          </a:xfrm>
          <a:prstGeom prst="rect">
            <a:avLst/>
          </a:prstGeom>
          <a:solidFill>
            <a:srgbClr val="1028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60320"/>
            <a:ext cx="914400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3474720"/>
            <a:ext cx="1188720" cy="45720"/>
          </a:xfrm>
          <a:prstGeom prst="rect">
            <a:avLst/>
          </a:prstGeom>
          <a:solidFill>
            <a:srgbClr val="1028F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663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Sportska boca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Tamna + bijeli logo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194560" y="1463040"/>
            <a:ext cx="1188720" cy="310896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377440" y="1463040"/>
            <a:ext cx="822960" cy="320040"/>
          </a:xfrm>
          <a:prstGeom prst="rect">
            <a:avLst/>
          </a:prstGeom>
          <a:solidFill>
            <a:srgbClr val="1028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560320"/>
            <a:ext cx="914400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0" y="4663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Bijela boca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Crni logo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840480" y="1645920"/>
            <a:ext cx="2011680" cy="1828800"/>
          </a:xfrm>
          <a:prstGeom prst="ellipse">
            <a:avLst/>
          </a:prstGeom>
          <a:solidFill>
            <a:srgbClr val="08080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286000"/>
            <a:ext cx="1097280" cy="5303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40480" y="3657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Šilterica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Izvezeni bijeli logo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6217920" y="1463040"/>
            <a:ext cx="2286000" cy="2743200"/>
          </a:xfrm>
          <a:prstGeom prst="rect">
            <a:avLst/>
          </a:prstGeom>
          <a:solidFill>
            <a:srgbClr val="E8E4D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377440"/>
            <a:ext cx="1097280" cy="5303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1792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Platnena torba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Crni logo na prirodnoj boji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286000" cy="2926080"/>
          </a:xfrm>
          <a:prstGeom prst="rect">
            <a:avLst/>
          </a:prstGeom>
          <a:solidFill>
            <a:srgbClr val="08080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463040"/>
            <a:ext cx="1097280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Bilježnica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Tamna korica, bijeli logo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3383280" y="457200"/>
            <a:ext cx="2286000" cy="2926080"/>
          </a:xfrm>
          <a:prstGeom prst="rect">
            <a:avLst/>
          </a:prstGeom>
          <a:solidFill>
            <a:srgbClr val="1028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463040"/>
            <a:ext cx="1097280" cy="5303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8328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Bilježnica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 Blue, bijeli logo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6126480" y="457200"/>
            <a:ext cx="2286000" cy="29260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097280"/>
            <a:ext cx="1097280" cy="5303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2648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Sportski ruksak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Izvezeni logo, prednja strana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102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Banner, press wall, posjetnica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645920" cy="3291840"/>
          </a:xfrm>
          <a:prstGeom prst="rect">
            <a:avLst/>
          </a:prstGeom>
          <a:solidFill>
            <a:srgbClr val="1028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37360"/>
            <a:ext cx="1005840" cy="4846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2468880"/>
            <a:ext cx="1371600" cy="914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Budućnost sportske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fizioterapije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68680" y="41148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www.usf.hr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Roll-up banner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26080" y="1371600"/>
            <a:ext cx="3200400" cy="329184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3063240" y="1554480"/>
            <a:ext cx="548640" cy="265176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3840480" y="1554480"/>
            <a:ext cx="548640" cy="265176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4617720" y="1554480"/>
            <a:ext cx="548640" cy="265176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5394960" y="1554480"/>
            <a:ext cx="548640" cy="265176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3063240" y="2331720"/>
            <a:ext cx="548640" cy="265176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3840480" y="2331720"/>
            <a:ext cx="548640" cy="265176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4617720" y="2331720"/>
            <a:ext cx="548640" cy="265176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5394960" y="2331720"/>
            <a:ext cx="548640" cy="265176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>
            <a:alphaModFix amt="70000"/>
          </a:blip>
          <a:stretch>
            <a:fillRect/>
          </a:stretch>
        </p:blipFill>
        <p:spPr>
          <a:xfrm>
            <a:off x="3063240" y="3108960"/>
            <a:ext cx="548640" cy="265176"/>
          </a:xfrm>
          <a:prstGeom prst="rect">
            <a:avLst/>
          </a:prstGeom>
        </p:spPr>
      </p:pic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>
            <a:off x="3840480" y="3108960"/>
            <a:ext cx="548640" cy="265176"/>
          </a:xfrm>
          <a:prstGeom prst="rect">
            <a:avLst/>
          </a:prstGeom>
        </p:spPr>
      </p:pic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>
            <a:off x="4617720" y="3108960"/>
            <a:ext cx="548640" cy="265176"/>
          </a:xfrm>
          <a:prstGeom prst="rect">
            <a:avLst/>
          </a:prstGeom>
        </p:spPr>
      </p:pic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>
            <a:off x="5394960" y="3108960"/>
            <a:ext cx="548640" cy="265176"/>
          </a:xfrm>
          <a:prstGeom prst="rect">
            <a:avLst/>
          </a:prstGeom>
        </p:spPr>
      </p:pic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14">
            <a:alphaModFix amt="45000"/>
          </a:blip>
          <a:stretch>
            <a:fillRect/>
          </a:stretch>
        </p:blipFill>
        <p:spPr>
          <a:xfrm>
            <a:off x="3063240" y="3886200"/>
            <a:ext cx="548640" cy="265176"/>
          </a:xfrm>
          <a:prstGeom prst="rect">
            <a:avLst/>
          </a:prstGeom>
        </p:spPr>
      </p:pic>
      <p:pic>
        <p:nvPicPr>
          <p:cNvPr id="24" name="Image 14" descr="preencoded.png">    </p:cNvPr>
          <p:cNvPicPr>
            <a:picLocks noChangeAspect="1"/>
          </p:cNvPicPr>
          <p:nvPr/>
        </p:nvPicPr>
        <p:blipFill>
          <a:blip r:embed="rId15">
            <a:alphaModFix amt="70000"/>
          </a:blip>
          <a:stretch>
            <a:fillRect/>
          </a:stretch>
        </p:blipFill>
        <p:spPr>
          <a:xfrm>
            <a:off x="3840480" y="3886200"/>
            <a:ext cx="548640" cy="265176"/>
          </a:xfrm>
          <a:prstGeom prst="rect">
            <a:avLst/>
          </a:prstGeom>
        </p:spPr>
      </p:pic>
      <p:pic>
        <p:nvPicPr>
          <p:cNvPr id="25" name="Image 15" descr="preencoded.png">    </p:cNvPr>
          <p:cNvPicPr>
            <a:picLocks noChangeAspect="1"/>
          </p:cNvPicPr>
          <p:nvPr/>
        </p:nvPicPr>
        <p:blipFill>
          <a:blip r:embed="rId16">
            <a:alphaModFix amt="45000"/>
          </a:blip>
          <a:stretch>
            <a:fillRect/>
          </a:stretch>
        </p:blipFill>
        <p:spPr>
          <a:xfrm>
            <a:off x="4617720" y="3886200"/>
            <a:ext cx="548640" cy="265176"/>
          </a:xfrm>
          <a:prstGeom prst="rect">
            <a:avLst/>
          </a:prstGeom>
        </p:spPr>
      </p:pic>
      <p:pic>
        <p:nvPicPr>
          <p:cNvPr id="26" name="Image 16" descr="preencoded.png">    </p:cNvPr>
          <p:cNvPicPr>
            <a:picLocks noChangeAspect="1"/>
          </p:cNvPicPr>
          <p:nvPr/>
        </p:nvPicPr>
        <p:blipFill>
          <a:blip r:embed="rId17">
            <a:alphaModFix amt="70000"/>
          </a:blip>
          <a:stretch>
            <a:fillRect/>
          </a:stretch>
        </p:blipFill>
        <p:spPr>
          <a:xfrm>
            <a:off x="5394960" y="3886200"/>
            <a:ext cx="548640" cy="265176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2926080" y="4709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wall — repetirajući pattern</a:t>
            </a:r>
            <a:endParaRPr lang="en-US" sz="900" dirty="0"/>
          </a:p>
        </p:txBody>
      </p:sp>
      <p:sp>
        <p:nvSpPr>
          <p:cNvPr id="28" name="Shape 9"/>
          <p:cNvSpPr/>
          <p:nvPr/>
        </p:nvSpPr>
        <p:spPr>
          <a:xfrm>
            <a:off x="6583680" y="1371600"/>
            <a:ext cx="2103120" cy="1280160"/>
          </a:xfrm>
          <a:prstGeom prst="rect">
            <a:avLst/>
          </a:prstGeom>
          <a:solidFill>
            <a:srgbClr val="080808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12280" y="1508760"/>
            <a:ext cx="640080" cy="310896"/>
          </a:xfrm>
          <a:prstGeom prst="rect">
            <a:avLst/>
          </a:prstGeom>
        </p:spPr>
      </p:pic>
      <p:sp>
        <p:nvSpPr>
          <p:cNvPr id="30" name="Text 10"/>
          <p:cNvSpPr/>
          <p:nvPr/>
        </p:nvSpPr>
        <p:spPr>
          <a:xfrm>
            <a:off x="6812280" y="1965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 Prezime</a:t>
            </a:r>
            <a:endParaRPr lang="en-US" sz="900" dirty="0"/>
          </a:p>
        </p:txBody>
      </p:sp>
      <p:sp>
        <p:nvSpPr>
          <p:cNvPr id="31" name="Text 11"/>
          <p:cNvSpPr/>
          <p:nvPr/>
        </p:nvSpPr>
        <p:spPr>
          <a:xfrm>
            <a:off x="6812280" y="214884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02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Sportski fizioterapeut</a:t>
            </a:r>
            <a:endParaRPr lang="en-US" sz="600" dirty="0"/>
          </a:p>
        </p:txBody>
      </p:sp>
      <p:sp>
        <p:nvSpPr>
          <p:cNvPr id="32" name="Text 12"/>
          <p:cNvSpPr/>
          <p:nvPr/>
        </p:nvSpPr>
        <p:spPr>
          <a:xfrm>
            <a:off x="6812280" y="233172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info@usf.hr</a:t>
            </a:r>
            <a:endParaRPr lang="en-US" sz="600" dirty="0"/>
          </a:p>
        </p:txBody>
      </p:sp>
      <p:sp>
        <p:nvSpPr>
          <p:cNvPr id="33" name="Text 13"/>
          <p:cNvSpPr/>
          <p:nvPr/>
        </p:nvSpPr>
        <p:spPr>
          <a:xfrm>
            <a:off x="6400800" y="2697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Posjetnica — prednja</a:t>
            </a:r>
            <a:endParaRPr lang="en-US" sz="800" dirty="0"/>
          </a:p>
        </p:txBody>
      </p:sp>
      <p:sp>
        <p:nvSpPr>
          <p:cNvPr id="34" name="Shape 14"/>
          <p:cNvSpPr/>
          <p:nvPr/>
        </p:nvSpPr>
        <p:spPr>
          <a:xfrm>
            <a:off x="6583680" y="3108960"/>
            <a:ext cx="2103120" cy="1280160"/>
          </a:xfrm>
          <a:prstGeom prst="rect">
            <a:avLst/>
          </a:prstGeom>
          <a:solidFill>
            <a:srgbClr val="1028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78040" y="3474720"/>
            <a:ext cx="914400" cy="438912"/>
          </a:xfrm>
          <a:prstGeom prst="rect">
            <a:avLst/>
          </a:prstGeom>
        </p:spPr>
      </p:pic>
      <p:sp>
        <p:nvSpPr>
          <p:cNvPr id="36" name="Text 15"/>
          <p:cNvSpPr/>
          <p:nvPr/>
        </p:nvSpPr>
        <p:spPr>
          <a:xfrm>
            <a:off x="6400800" y="4434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Posjetnica — stražnja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828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solidFill>
            <a:srgbClr val="1028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530352"/>
            <a:ext cx="914400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 Prezime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Sportski fizioterapeut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14400" y="21031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102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ČLAN USF-a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" y="3108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ID / akreditacija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108960" y="457200"/>
            <a:ext cx="2560320" cy="3474720"/>
          </a:xfrm>
          <a:prstGeom prst="rect">
            <a:avLst/>
          </a:prstGeom>
          <a:solidFill>
            <a:srgbClr val="1028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731520"/>
            <a:ext cx="1737360" cy="8412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91840" y="1828800"/>
            <a:ext cx="2194560" cy="914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Godišnja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konferencija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29184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Zagreb | 10.–11. rujna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926080" y="40233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Plakat za konferenciju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217920" y="457200"/>
            <a:ext cx="2468880" cy="1097280"/>
          </a:xfrm>
          <a:prstGeom prst="rect">
            <a:avLst/>
          </a:prstGeom>
          <a:solidFill>
            <a:srgbClr val="08080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640080"/>
            <a:ext cx="822960" cy="3931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10972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Udruga sportskih fizioterapeuta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6035040" y="1645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banner — horizontalni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217920" y="2103120"/>
            <a:ext cx="1463040" cy="2011680"/>
          </a:xfrm>
          <a:prstGeom prst="rect">
            <a:avLst/>
          </a:prstGeom>
          <a:solidFill>
            <a:srgbClr val="1028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743200"/>
            <a:ext cx="1097280" cy="5303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3504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Zastava / flag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7863840" y="2103120"/>
            <a:ext cx="9144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2286000"/>
            <a:ext cx="731520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89520" y="3474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Stol tent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102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DRUŠTVENE MREŽE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i Facebook feed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Dijagonalni plavi overlay s logom i imenom na sportskim fotografijama.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560320" cy="2560320"/>
          </a:xfrm>
          <a:prstGeom prst="rect">
            <a:avLst/>
          </a:prstGeom>
          <a:solidFill>
            <a:srgbClr val="1A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2560320" cy="1280160"/>
          </a:xfrm>
          <a:prstGeom prst="rect">
            <a:avLst/>
          </a:prstGeom>
          <a:solidFill>
            <a:srgbClr val="1028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Udruga sportskih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fizioterapeuta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49040"/>
            <a:ext cx="640080" cy="3108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66160" y="1737360"/>
            <a:ext cx="2560320" cy="2560320"/>
          </a:xfrm>
          <a:prstGeom prst="rect">
            <a:avLst/>
          </a:prstGeom>
          <a:solidFill>
            <a:srgbClr val="1A1A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6616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566160" y="3017520"/>
            <a:ext cx="2560320" cy="1280160"/>
          </a:xfrm>
          <a:prstGeom prst="rect">
            <a:avLst/>
          </a:prstGeom>
          <a:solidFill>
            <a:srgbClr val="1028FF"/>
          </a:solidFill>
          <a:ln/>
        </p:spPr>
      </p:sp>
      <p:sp>
        <p:nvSpPr>
          <p:cNvPr id="13" name="Text 10"/>
          <p:cNvSpPr/>
          <p:nvPr/>
        </p:nvSpPr>
        <p:spPr>
          <a:xfrm>
            <a:off x="374904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Udruga sportskih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fizioterapeuta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3749040"/>
            <a:ext cx="640080" cy="31089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0" y="1737360"/>
            <a:ext cx="2560320" cy="2560320"/>
          </a:xfrm>
          <a:prstGeom prst="rect">
            <a:avLst/>
          </a:prstGeom>
          <a:solidFill>
            <a:srgbClr val="2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40080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0" y="3017520"/>
            <a:ext cx="2560320" cy="1280160"/>
          </a:xfrm>
          <a:prstGeom prst="rect">
            <a:avLst/>
          </a:prstGeom>
          <a:solidFill>
            <a:srgbClr val="1028FF"/>
          </a:solidFill>
          <a:ln/>
        </p:spPr>
      </p:sp>
      <p:sp>
        <p:nvSpPr>
          <p:cNvPr id="18" name="Text 14"/>
          <p:cNvSpPr/>
          <p:nvPr/>
        </p:nvSpPr>
        <p:spPr>
          <a:xfrm>
            <a:off x="658368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Udruga sportskih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fizioterapeuta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749040"/>
            <a:ext cx="640080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560320" cy="2560320"/>
          </a:xfrm>
          <a:prstGeom prst="rect">
            <a:avLst/>
          </a:prstGeom>
          <a:solidFill>
            <a:srgbClr val="2A2A1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3152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"/>
            <a:ext cx="2560320" cy="1188720"/>
          </a:xfrm>
          <a:prstGeom prst="rect">
            <a:avLst/>
          </a:prstGeom>
          <a:solidFill>
            <a:srgbClr val="1028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Udruga sportskih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fizioterapeuta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05840"/>
            <a:ext cx="548640" cy="2651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566160" y="365760"/>
            <a:ext cx="2560320" cy="2560320"/>
          </a:xfrm>
          <a:prstGeom prst="rect">
            <a:avLst/>
          </a:prstGeom>
          <a:solidFill>
            <a:srgbClr val="1A2A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56616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566160" y="365760"/>
            <a:ext cx="2560320" cy="1188720"/>
          </a:xfrm>
          <a:prstGeom prst="rect">
            <a:avLst/>
          </a:prstGeom>
          <a:solidFill>
            <a:srgbClr val="1028FF"/>
          </a:solidFill>
          <a:ln/>
        </p:spPr>
      </p:sp>
      <p:sp>
        <p:nvSpPr>
          <p:cNvPr id="10" name="Text 7"/>
          <p:cNvSpPr/>
          <p:nvPr/>
        </p:nvSpPr>
        <p:spPr>
          <a:xfrm>
            <a:off x="3749040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Udruga sportskih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fizioterapeuta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005840"/>
            <a:ext cx="548640" cy="26517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0" y="365760"/>
            <a:ext cx="2560320" cy="2560320"/>
          </a:xfrm>
          <a:prstGeom prst="rect">
            <a:avLst/>
          </a:prstGeom>
          <a:solidFill>
            <a:srgbClr val="1A1A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0080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0" y="365760"/>
            <a:ext cx="2560320" cy="1188720"/>
          </a:xfrm>
          <a:prstGeom prst="rect">
            <a:avLst/>
          </a:prstGeom>
          <a:solidFill>
            <a:srgbClr val="1028FF"/>
          </a:solidFill>
          <a:ln/>
        </p:spPr>
      </p:sp>
      <p:sp>
        <p:nvSpPr>
          <p:cNvPr id="15" name="Text 11"/>
          <p:cNvSpPr/>
          <p:nvPr/>
        </p:nvSpPr>
        <p:spPr>
          <a:xfrm>
            <a:off x="6583680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Udruga sportskih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fizioterapeuta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05840"/>
            <a:ext cx="548640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Konzistentni vizualni stil: sportska fotografija + plavi overlay + bijeli logo.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102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DRUŠTVENE MREŽE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Profil, stories i e-mail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572000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4572000" cy="1005840"/>
          </a:xfrm>
          <a:prstGeom prst="rect">
            <a:avLst/>
          </a:prstGeom>
          <a:solidFill>
            <a:srgbClr val="1028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600200"/>
            <a:ext cx="914400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2011680"/>
            <a:ext cx="685800" cy="685800"/>
          </a:xfrm>
          <a:prstGeom prst="ellipse">
            <a:avLst/>
          </a:prstGeom>
          <a:solidFill>
            <a:srgbClr val="1028FF"/>
          </a:solidFill>
          <a:ln w="25400">
            <a:solidFill>
              <a:srgbClr val="1A1A1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148840"/>
            <a:ext cx="502920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Udruga sportskih fizioterapeuta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011680" y="2697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Budućnost sportske fizioterapije u Hrvatskoj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2011680" y="2880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2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www.usf.hr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" y="3749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/ Facebook profil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852160" y="1371600"/>
            <a:ext cx="1371600" cy="2377440"/>
          </a:xfrm>
          <a:prstGeom prst="rect">
            <a:avLst/>
          </a:prstGeom>
          <a:solidFill>
            <a:srgbClr val="1028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54480"/>
            <a:ext cx="1005840" cy="4846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43600" y="2286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 članak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blogu!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943600" y="32004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www.usf.hr</a:t>
            </a:r>
            <a:endParaRPr lang="en-US" sz="600" dirty="0"/>
          </a:p>
        </p:txBody>
      </p:sp>
      <p:sp>
        <p:nvSpPr>
          <p:cNvPr id="17" name="Text 12"/>
          <p:cNvSpPr/>
          <p:nvPr/>
        </p:nvSpPr>
        <p:spPr>
          <a:xfrm>
            <a:off x="5669280" y="38404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Story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498080" y="13716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98080" y="1371600"/>
            <a:ext cx="1371600" cy="45720"/>
          </a:xfrm>
          <a:prstGeom prst="rect">
            <a:avLst/>
          </a:prstGeom>
          <a:solidFill>
            <a:srgbClr val="1028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508760"/>
            <a:ext cx="411480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46720" y="148132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 Prezime</a:t>
            </a:r>
            <a:endParaRPr lang="en-US" sz="700" dirty="0"/>
          </a:p>
        </p:txBody>
      </p:sp>
      <p:sp>
        <p:nvSpPr>
          <p:cNvPr id="22" name="Text 16"/>
          <p:cNvSpPr/>
          <p:nvPr/>
        </p:nvSpPr>
        <p:spPr>
          <a:xfrm>
            <a:off x="8046720" y="161848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info@usf.hr</a:t>
            </a:r>
            <a:endParaRPr lang="en-US" sz="500" dirty="0"/>
          </a:p>
        </p:txBody>
      </p:sp>
      <p:sp>
        <p:nvSpPr>
          <p:cNvPr id="23" name="Text 17"/>
          <p:cNvSpPr/>
          <p:nvPr/>
        </p:nvSpPr>
        <p:spPr>
          <a:xfrm>
            <a:off x="7315200" y="26517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potpis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102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Memorandum i poslovni dokumenti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2860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2286000" cy="45720"/>
          </a:xfrm>
          <a:prstGeom prst="rect">
            <a:avLst/>
          </a:prstGeom>
          <a:solidFill>
            <a:srgbClr val="1028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548640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54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914400" y="2103120"/>
            <a:ext cx="1828800" cy="548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2304288"/>
            <a:ext cx="1645920" cy="548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2505456"/>
            <a:ext cx="1828800" cy="548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2706624"/>
            <a:ext cx="1097280" cy="548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3108960"/>
            <a:ext cx="1828800" cy="548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3310128"/>
            <a:ext cx="1828800" cy="548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Shape 11"/>
          <p:cNvSpPr/>
          <p:nvPr/>
        </p:nvSpPr>
        <p:spPr>
          <a:xfrm>
            <a:off x="914400" y="3511296"/>
            <a:ext cx="1371600" cy="5486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6634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Memorandum (A4)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474720" y="1371600"/>
            <a:ext cx="18288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508760"/>
            <a:ext cx="914400" cy="43891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611880" y="2103120"/>
            <a:ext cx="155448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5"/>
          <p:cNvSpPr/>
          <p:nvPr/>
        </p:nvSpPr>
        <p:spPr>
          <a:xfrm>
            <a:off x="3657600" y="219456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Godišnja članarina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4297680" y="219456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130,00 EUR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3611880" y="2423160"/>
            <a:ext cx="155448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251460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UKUPNO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4297680" y="251460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130,00 EUR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3200400" y="4206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Račun / potvrda o članarini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852160" y="1371600"/>
            <a:ext cx="28346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852160" y="1371600"/>
            <a:ext cx="2834640" cy="73152"/>
          </a:xfrm>
          <a:prstGeom prst="rect">
            <a:avLst/>
          </a:prstGeom>
          <a:solidFill>
            <a:srgbClr val="1028FF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00200"/>
            <a:ext cx="914400" cy="43891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035040" y="21488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300" kern="0" dirty="0">
                <a:solidFill>
                  <a:srgbClr val="102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CERTIFIKAT O ČLANSTVU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6035040" y="2377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 Prezime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035040" y="2606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Član od 2026.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5669280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Certifikat o članstvu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3200400" cy="1828800"/>
          </a:xfrm>
          <a:prstGeom prst="rect">
            <a:avLst/>
          </a:prstGeom>
          <a:solidFill>
            <a:srgbClr val="F8F8F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640080"/>
            <a:ext cx="73152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Udruga sportskih fizioterapeuta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Ulica primjer 123, Zagreb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731520" y="2377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Omotnica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0" y="457200"/>
            <a:ext cx="3840480" cy="2194560"/>
          </a:xfrm>
          <a:prstGeom prst="rect">
            <a:avLst/>
          </a:prstGeom>
          <a:solidFill>
            <a:srgbClr val="080808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731520"/>
            <a:ext cx="1097280" cy="530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4632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Prezentacija udruge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0" y="2743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 prezentacija template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31520" y="301752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54680"/>
            <a:ext cx="457200" cy="21945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14400" y="3520440"/>
            <a:ext cx="1828800" cy="457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8"/>
          <p:cNvSpPr/>
          <p:nvPr/>
        </p:nvSpPr>
        <p:spPr>
          <a:xfrm>
            <a:off x="914400" y="3685032"/>
            <a:ext cx="1645920" cy="457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Shape 9"/>
          <p:cNvSpPr/>
          <p:nvPr/>
        </p:nvSpPr>
        <p:spPr>
          <a:xfrm>
            <a:off x="914400" y="3849624"/>
            <a:ext cx="1828800" cy="457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Shape 10"/>
          <p:cNvSpPr/>
          <p:nvPr/>
        </p:nvSpPr>
        <p:spPr>
          <a:xfrm>
            <a:off x="914400" y="4014216"/>
            <a:ext cx="1371600" cy="457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1"/>
          <p:cNvSpPr/>
          <p:nvPr/>
        </p:nvSpPr>
        <p:spPr>
          <a:xfrm>
            <a:off x="914400" y="4178808"/>
            <a:ext cx="914400" cy="457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2"/>
          <p:cNvSpPr/>
          <p:nvPr/>
        </p:nvSpPr>
        <p:spPr>
          <a:xfrm>
            <a:off x="457200" y="47091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Ugovor / pravni akt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1028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1028FF">
              <a:alpha val="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2743200" cy="1316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926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Udruga sportskih fizioterapeuta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3383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info@usf.hr  |  www.usf.hr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31920" y="3931920"/>
            <a:ext cx="1280160" cy="27432"/>
          </a:xfrm>
          <a:prstGeom prst="rect">
            <a:avLst/>
          </a:prstGeom>
          <a:solidFill>
            <a:srgbClr val="1028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USF Brand Guidelines</dc:title>
  <dc:subject>PptxGenJS Presentation</dc:subject>
  <dc:creator>USF</dc:creator>
  <cp:lastModifiedBy>USF</cp:lastModifiedBy>
  <cp:revision>1</cp:revision>
  <dcterms:created xsi:type="dcterms:W3CDTF">2026-04-11T19:47:17Z</dcterms:created>
  <dcterms:modified xsi:type="dcterms:W3CDTF">2026-04-11T19:47:17Z</dcterms:modified>
</cp:coreProperties>
</file>